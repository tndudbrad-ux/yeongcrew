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46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0745F-D856-4EB8-37A1-DCF0C6CD6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54156F7-F42A-D025-3235-795AAE0B1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E3A9D8-8D86-BB15-A5C0-D687C89C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7E880C-9CAB-41F8-D842-AED9AAB3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EFC7D-0AFD-344E-9D0A-6F7ACF02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066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26898-8E0D-1B3F-9CB5-27DFF70D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2B5998-C002-903B-5997-24DEEF360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449D67-C833-1120-9B57-E91BF2C6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55EAFD-C84C-5BDE-DD58-71CC4B65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11152-0746-2F8E-98FF-54AC4E09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62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3D37F-F327-A69F-7E15-B20A45F9A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5A269F-F7A8-DAF4-E449-F5D5E0F03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139754-E4EC-B13D-D387-F7B25445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3B4C3A-B2B8-F731-8ADB-EB5FBBF7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28BB4B-3565-3366-66CA-7C5B965C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81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58792-6103-6D93-E7E8-5471AE54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FE9A8-350C-7A7E-0D39-89D616493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BB3FAD-3C16-E98D-1F15-B13E21D3A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D52129-C3CD-7650-E79C-A3EA24AC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AC018B-0FAE-2DF8-B894-A524EF53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649FDA-C33F-9A2F-734D-47140C0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76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E980A-6766-5970-1917-3EA0D8645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3BABB6-6343-5D1C-B055-13F754C32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4E9A9D-7518-1517-E0CC-64808A9FD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F8E7AD-B0E3-67DE-0DB0-CEA96C8CE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1FE704-8AA2-36A9-DFF9-9D6061863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D3BDF4-EA3E-DA41-A255-FE51C5697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6B775A-E6E9-6A18-82AC-1A0D5549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D349A2-105D-9C54-2AF5-00C9EE7A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56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E3714-6B46-441D-F950-E7C314B8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68AEF4-482A-3AB7-966B-177A7505E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812E8F-EBF0-DFD9-21AC-F5700D54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E2DC03-5AD2-4CB1-7F8F-7914C793F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4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BE195F-6783-9552-386B-0517F4D1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B3FBAF-E844-A5FE-413A-FD2B943A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34F9AD-337D-0573-9F9B-378B8AFD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16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754E6-8520-9BF0-2444-8CE0B7D8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3927AC-36FE-58A4-0D58-30AC7590D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C7E52D-1DFF-1AD9-42D3-E861361ED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4BE811-693D-92EB-018C-727656FD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9872D3-EF45-5083-137F-AD8D9209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86FD1-6185-9402-0540-EB351BFD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41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C644B-EFA3-F0FA-D195-858F77B87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6E5CB8-A629-4211-ECFD-9706632E8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E5F283-1F27-C32E-CF65-D0D0FD78B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4871D-24AB-0B10-44C9-3051E410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F37123-0FE0-A66F-BBCD-D669396D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0B7603-62BA-0B34-8F22-9CC8B82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26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F9F3B-9794-4955-5CE6-31E1A783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7CA095-E419-A631-440D-87BFC2D74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BFCD8-E721-DCDC-AD68-FC5A49AE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FF1E8F-D489-9744-055F-D4F531B6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A7CF0F-12B4-E6BC-FE65-65AFF0FB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91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B1DAAB-D156-5412-028C-A1798B023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374640-5DB9-AC4C-9713-68D6055EF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B99C8A-BF62-BE3C-DD2B-22883950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E7F71-E70B-5171-DC2B-BB7F82A7A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543E9-72F3-D446-9921-F504083A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95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00266F-1D77-5C09-08B6-0424CE71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9CF16C-BC8D-9C3E-AA70-79A8D0339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CF74C-F3DF-221D-C6D4-A4504433C6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C9EC5-BDFF-4D39-83AF-BEB26275D43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1517BE-E970-CAFF-4923-CD5285493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62BF97-C784-9856-E887-8579B759C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D05E9-C1AE-4366-808A-33B044182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18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816" y="117857"/>
            <a:ext cx="9482921" cy="6642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4EA9AB-3E31-DCA7-D523-44673229FF1F}"/>
              </a:ext>
            </a:extLst>
          </p:cNvPr>
          <p:cNvSpPr txBox="1"/>
          <p:nvPr/>
        </p:nvSpPr>
        <p:spPr>
          <a:xfrm>
            <a:off x="7345680" y="1406589"/>
            <a:ext cx="1234438" cy="7848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2022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10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세대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/8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(4.2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@2,374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0ABAC-4393-BD4C-8979-929F13DCFA84}"/>
              </a:ext>
            </a:extLst>
          </p:cNvPr>
          <p:cNvSpPr txBox="1"/>
          <p:nvPr/>
        </p:nvSpPr>
        <p:spPr>
          <a:xfrm>
            <a:off x="5448302" y="4286187"/>
            <a:ext cx="1234438" cy="7848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2013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세대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/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(3.45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@2,340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B56E3-D201-A580-4AE4-BF5BC02DCB76}"/>
              </a:ext>
            </a:extLst>
          </p:cNvPr>
          <p:cNvSpPr txBox="1"/>
          <p:nvPr/>
        </p:nvSpPr>
        <p:spPr>
          <a:xfrm>
            <a:off x="9517299" y="4054086"/>
            <a:ext cx="1234438" cy="7848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2013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16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세대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/11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12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(2.3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@1,982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9015D-33A3-FC8A-383B-F1FC68B7024E}"/>
              </a:ext>
            </a:extLst>
          </p:cNvPr>
          <p:cNvSpPr txBox="1"/>
          <p:nvPr/>
        </p:nvSpPr>
        <p:spPr>
          <a:xfrm>
            <a:off x="5165504" y="1157287"/>
            <a:ext cx="1234438" cy="784830"/>
          </a:xfrm>
          <a:prstGeom prst="rect">
            <a:avLst/>
          </a:prstGeom>
          <a:solidFill>
            <a:srgbClr val="002060"/>
          </a:solidFill>
          <a:ln w="28575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2017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세대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/14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12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(3.37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@2,879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02189-1EA4-5762-CDB9-9A07D610E96F}"/>
              </a:ext>
            </a:extLst>
          </p:cNvPr>
          <p:cNvSpPr txBox="1"/>
          <p:nvPr/>
        </p:nvSpPr>
        <p:spPr>
          <a:xfrm>
            <a:off x="7535386" y="119174"/>
            <a:ext cx="1234438" cy="7848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2023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10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세대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/8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17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3.98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@2,277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BD7807F-4E80-70EB-9D0A-C502E0C436F9}"/>
              </a:ext>
            </a:extLst>
          </p:cNvPr>
          <p:cNvSpPr/>
          <p:nvPr/>
        </p:nvSpPr>
        <p:spPr>
          <a:xfrm>
            <a:off x="4920645" y="4556760"/>
            <a:ext cx="453363" cy="24368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6D6CF98-0A9C-9ED8-D4D2-5E42A067A7BE}"/>
              </a:ext>
            </a:extLst>
          </p:cNvPr>
          <p:cNvSpPr/>
          <p:nvPr/>
        </p:nvSpPr>
        <p:spPr>
          <a:xfrm>
            <a:off x="6461760" y="1775459"/>
            <a:ext cx="441960" cy="21675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7E33A-4956-6646-BB72-8CDF7796E969}"/>
              </a:ext>
            </a:extLst>
          </p:cNvPr>
          <p:cNvSpPr/>
          <p:nvPr/>
        </p:nvSpPr>
        <p:spPr>
          <a:xfrm>
            <a:off x="10064257" y="4946661"/>
            <a:ext cx="474203" cy="29210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D6CF98-0A9C-9ED8-D4D2-5E42A067A7BE}"/>
              </a:ext>
            </a:extLst>
          </p:cNvPr>
          <p:cNvSpPr/>
          <p:nvPr/>
        </p:nvSpPr>
        <p:spPr>
          <a:xfrm>
            <a:off x="6903720" y="1775459"/>
            <a:ext cx="373380" cy="21675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D6CF98-0A9C-9ED8-D4D2-5E42A067A7BE}"/>
              </a:ext>
            </a:extLst>
          </p:cNvPr>
          <p:cNvSpPr/>
          <p:nvPr/>
        </p:nvSpPr>
        <p:spPr>
          <a:xfrm>
            <a:off x="7016257" y="403213"/>
            <a:ext cx="373380" cy="21675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D7807F-4E80-70EB-9D0A-C502E0C436F9}"/>
              </a:ext>
            </a:extLst>
          </p:cNvPr>
          <p:cNvSpPr/>
          <p:nvPr/>
        </p:nvSpPr>
        <p:spPr>
          <a:xfrm>
            <a:off x="5221620" y="6516638"/>
            <a:ext cx="453363" cy="24368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10ABAC-4393-BD4C-8979-929F13DCFA84}"/>
              </a:ext>
            </a:extLst>
          </p:cNvPr>
          <p:cNvSpPr txBox="1"/>
          <p:nvPr/>
        </p:nvSpPr>
        <p:spPr>
          <a:xfrm>
            <a:off x="5781819" y="6013964"/>
            <a:ext cx="1234438" cy="7848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2016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세대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/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7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:O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12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(3.08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@2,470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54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94" y="119227"/>
            <a:ext cx="10648532" cy="66148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EA91E0-F8DD-746F-50C2-A345EF99B523}"/>
              </a:ext>
            </a:extLst>
          </p:cNvPr>
          <p:cNvSpPr txBox="1"/>
          <p:nvPr/>
        </p:nvSpPr>
        <p:spPr>
          <a:xfrm>
            <a:off x="5330179" y="2889220"/>
            <a:ext cx="1305846" cy="9233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2017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13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(3.6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@2,840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룸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3, 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화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4A8975-A21F-9BC6-116C-D9D27D74F217}"/>
              </a:ext>
            </a:extLst>
          </p:cNvPr>
          <p:cNvSpPr txBox="1"/>
          <p:nvPr/>
        </p:nvSpPr>
        <p:spPr>
          <a:xfrm>
            <a:off x="7161704" y="346502"/>
            <a:ext cx="1305846" cy="9233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2020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0.8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13.5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(3.85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@2,850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룸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3,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화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D679C14-A5BB-A1A7-F75F-D1770AC605F8}"/>
              </a:ext>
            </a:extLst>
          </p:cNvPr>
          <p:cNvSpPr/>
          <p:nvPr/>
        </p:nvSpPr>
        <p:spPr>
          <a:xfrm>
            <a:off x="4804110" y="3179435"/>
            <a:ext cx="352425" cy="3429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D679C14-A5BB-A1A7-F75F-D1770AC605F8}"/>
              </a:ext>
            </a:extLst>
          </p:cNvPr>
          <p:cNvSpPr/>
          <p:nvPr/>
        </p:nvSpPr>
        <p:spPr>
          <a:xfrm>
            <a:off x="3833498" y="1866189"/>
            <a:ext cx="352425" cy="3429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EA91E0-F8DD-746F-50C2-A345EF99B523}"/>
              </a:ext>
            </a:extLst>
          </p:cNvPr>
          <p:cNvSpPr txBox="1"/>
          <p:nvPr/>
        </p:nvSpPr>
        <p:spPr>
          <a:xfrm>
            <a:off x="2417430" y="1555878"/>
            <a:ext cx="1305846" cy="9233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2022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0.8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(4.7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@3,130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룸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3, 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화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D679C14-A5BB-A1A7-F75F-D1770AC605F8}"/>
              </a:ext>
            </a:extLst>
          </p:cNvPr>
          <p:cNvSpPr/>
          <p:nvPr/>
        </p:nvSpPr>
        <p:spPr>
          <a:xfrm>
            <a:off x="4103321" y="2257269"/>
            <a:ext cx="352425" cy="3429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EA91E0-F8DD-746F-50C2-A345EF99B523}"/>
              </a:ext>
            </a:extLst>
          </p:cNvPr>
          <p:cNvSpPr txBox="1"/>
          <p:nvPr/>
        </p:nvSpPr>
        <p:spPr>
          <a:xfrm>
            <a:off x="4545932" y="1942989"/>
            <a:ext cx="1305846" cy="9233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2019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12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(4.25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@3,540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룸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화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D679C14-A5BB-A1A7-F75F-D1770AC605F8}"/>
              </a:ext>
            </a:extLst>
          </p:cNvPr>
          <p:cNvSpPr/>
          <p:nvPr/>
        </p:nvSpPr>
        <p:spPr>
          <a:xfrm>
            <a:off x="3636810" y="2494115"/>
            <a:ext cx="352425" cy="3429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EA91E0-F8DD-746F-50C2-A345EF99B523}"/>
              </a:ext>
            </a:extLst>
          </p:cNvPr>
          <p:cNvSpPr txBox="1"/>
          <p:nvPr/>
        </p:nvSpPr>
        <p:spPr>
          <a:xfrm>
            <a:off x="2244142" y="2599005"/>
            <a:ext cx="1305846" cy="9233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2017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0.8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(4.1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@2,733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룸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3,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화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4D679C14-A5BB-A1A7-F75F-D1770AC605F8}"/>
              </a:ext>
            </a:extLst>
          </p:cNvPr>
          <p:cNvSpPr/>
          <p:nvPr/>
        </p:nvSpPr>
        <p:spPr>
          <a:xfrm>
            <a:off x="4989267" y="810690"/>
            <a:ext cx="352425" cy="3429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EA91E0-F8DD-746F-50C2-A345EF99B523}"/>
              </a:ext>
            </a:extLst>
          </p:cNvPr>
          <p:cNvSpPr txBox="1"/>
          <p:nvPr/>
        </p:nvSpPr>
        <p:spPr>
          <a:xfrm>
            <a:off x="5444530" y="552450"/>
            <a:ext cx="1305846" cy="92333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13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(4.05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@3,115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룸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3,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화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D679C14-A5BB-A1A7-F75F-D1770AC605F8}"/>
              </a:ext>
            </a:extLst>
          </p:cNvPr>
          <p:cNvSpPr/>
          <p:nvPr/>
        </p:nvSpPr>
        <p:spPr>
          <a:xfrm>
            <a:off x="6750376" y="755482"/>
            <a:ext cx="352425" cy="3429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D679C14-A5BB-A1A7-F75F-D1770AC605F8}"/>
              </a:ext>
            </a:extLst>
          </p:cNvPr>
          <p:cNvSpPr/>
          <p:nvPr/>
        </p:nvSpPr>
        <p:spPr>
          <a:xfrm>
            <a:off x="6750376" y="1304330"/>
            <a:ext cx="352425" cy="3429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4A8975-A21F-9BC6-116C-D9D27D74F217}"/>
              </a:ext>
            </a:extLst>
          </p:cNvPr>
          <p:cNvSpPr txBox="1"/>
          <p:nvPr/>
        </p:nvSpPr>
        <p:spPr>
          <a:xfrm>
            <a:off x="7161704" y="1349276"/>
            <a:ext cx="1305846" cy="923330"/>
          </a:xfrm>
          <a:prstGeom prst="rect">
            <a:avLst/>
          </a:prstGeom>
          <a:solidFill>
            <a:srgbClr val="002060"/>
          </a:solidFill>
          <a:ln w="28575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준공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2017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주차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0.8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err="1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엘베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O</a:t>
            </a: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전용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:</a:t>
            </a:r>
            <a:r>
              <a:rPr lang="ko-KR" altLang="en-US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17.6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평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(2.8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algn="ctr"/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@1,586</a:t>
            </a:r>
            <a:endParaRPr lang="en-US" altLang="ko-KR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룸</a:t>
            </a:r>
            <a:r>
              <a:rPr lang="en-US" altLang="ko-KR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3,</a:t>
            </a:r>
            <a:r>
              <a:rPr lang="ko-KR" altLang="en-US" sz="900" dirty="0" smtClean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화</a:t>
            </a:r>
            <a:r>
              <a:rPr lang="en-US" altLang="ko-KR" sz="9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762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326</Words>
  <Application>Microsoft Office PowerPoint</Application>
  <PresentationFormat>와이드스크린</PresentationFormat>
  <Paragraphs>72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에스코어 드림 5 Medium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7188</dc:creator>
  <cp:lastModifiedBy>annk</cp:lastModifiedBy>
  <cp:revision>5</cp:revision>
  <dcterms:created xsi:type="dcterms:W3CDTF">2024-05-02T22:47:58Z</dcterms:created>
  <dcterms:modified xsi:type="dcterms:W3CDTF">2024-05-15T07:34:25Z</dcterms:modified>
</cp:coreProperties>
</file>